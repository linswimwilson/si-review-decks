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Endocrine —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Mellitus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10 · Section 1 — Pancreas, Insulin, Glucose, Type 1 vs Type 2, and Acute Complications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body’s blood sugar control center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Pancreas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Jobs, One Organ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Exocrine: digestive enzymes (amylase, lipase, HCO₃⁻) → duodenum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Endocrine: Islets of Langerhans regulate blood glucose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Lies behind the stomach in the retroperitoneum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exocrine and endocrine — but the endocrine side is our focus here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Islets of Langerhans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Players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cells → glucagon (when blood sugar FALLS)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cells → insulin (when blood sugar RISES) — these are the majority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 cells → somatostatin (regulates insulin &amp; glucagon)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Epsilon cells → ghrelin (stimulates hunger)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= raises glucose. Beta = lowers glucose. Know the pair.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= the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Unlocks the Door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insulin, glucose stays locked in the bloodstream. Cells starve while blood sugar soars.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Anabolic (building up) hormone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glucose to enter liver, muscle, and adipose cells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Lowers blood glucose by enabling glucose to enter cells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transports K+, phosphate, and magnesium into cells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Promotes protein synthesis and lipid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is NOT required for glucose uptake in the brain, RBCs, kidneys, or lens of the eye.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Glucose-Insulin</a:t>
            </a:r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Feedback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eat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1823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41863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1863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glucose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788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97926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7926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cells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insulin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33949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53989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3989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cells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90011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10051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0051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glucose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607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66114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6114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cells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glucagon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02137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2177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2177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releases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glucose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pancreatic cell type secretes insulin when blood glucose rises?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Alpha cells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Beta cells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Delta cells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Epsilon cells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cells are the majority of islet cells and secrete insulin when glucose rises. Alpha cells secrete glucagon when glucose falls.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 = Sugar = Energy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from carbohydrates, stored as glycogen in the liver. Simple sugars spike fast and crash. Complex carbs give slow, steady fuel.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Mellitus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insulin fails, glucose has nowhere to go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Hyperglycemia from Defective Insulin Production, Action, or Both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Impaired insulin → abnormal carbohydrate, protein, and fat metabolism. The glucose transportation system is broken.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DM SIGNS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Polys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Classic DM Signs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Polydipsia — excessive thirst (hyperosmolar blood triggers thirst center)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Polyuria — excessive urination (glucose in urine pulls water via osmotic diuresis)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Polyphagia — excessive hunger (cells are starving despite high blood glucose)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paradox: blood is swimming in glucose, but cells can’t access it. They send “feed me” signals → you eat more → blood sugar goes higher.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Numbers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Know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HbA1C ≥ 6.5% = diabetes (reflects 3-month average — better than a single glucose reading)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Fasting glucose &gt; 126 mg/dL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glucose &gt; 200 mg/dL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Prediabetes: HbA1C 5.7–6.4%, fasting 100–125 mg/dL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 glucose goal: 70–130 mg/dL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HbA1C = glucose attached to red blood cells. Shows the big picture. A single fingerstick only shows that moment in 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immune system destroys the beta cells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Lack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Insulin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Autoimmune destruction of pancreatic beta cells. Usually childhood onset, abrupt. Cannot be prevented.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DM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DM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Autoimmune: body attacks its own beta cells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Probable trigger: viral or environmental in genetically susceptible individuals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strikes children and young adults (can occur at any age)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Abrupt onset — often diagnosed after infection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is typically underweight (glucose lost in urine)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insulin deficiency → MUST have exogenous insulin to survive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DM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</a:t>
            </a:r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Pathophysiology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Autoimmune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04288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cells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destroyed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0273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22776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2776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insulin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122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41264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 can’t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cells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59752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Hyperglycemia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starving cells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Treatment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Triad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injection therapy (cannot take insulin orally — destroyed by digestion)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Diet: complex carbs, protein, unsaturated fats; coordinate food with insulin timing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Exercise: increases glucose uptake by muscles → lowers blood glucose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Self-monitoring blood glucose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glucose 70–130 mg/dL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intake must be coordinated with exercise AND insulin administration. Mismatch = hypo or hyperglycemia.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12-year-old is newly diagnosed with diabetes after a viral illness. Blood glucose is 340 mg/dL. Which type is most likely, and why?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Type 2 — insulin resistance from obesity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Type 1 — autoimmune beta cell destruction triggered by viral illness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Gestational diabetes — pregnancy-related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Prediabetes — blood sugar is only slightly elevated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Abrupt onset in a child after a viral illness is a classic Type 1 presentation. Glucose of 340 far exceeds prediabetes range.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cells stop listening to insulin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Resistance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doesn’t fit the lock anymore. Cells resist insulin’s signal. The pancreas overworks to compensate, then gradually fails. 90–95% of all diabetes cases.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DM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DM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begins as insulin resistance — cells won’t respond to insulin normally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 compensates by producing MORE insulin → eventually burns out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~90% of Type 2 patients are obese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Obesity → free fatty acids → disrupt insulin receptors on liver, muscle, adipose cells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Gradual onset, often asymptomatic — may already have complications at diagnosis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factors: obesity, age, family history, gestational DM history, physical inactivity, certain ethnicities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DM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</a:t>
            </a:r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Pathophysiology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Obesity /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1450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3454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454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resistance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overproduces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1198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3202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202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cells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burn 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falls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09460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29500" y="1645920"/>
            <a:ext cx="1028700" cy="1097280"/>
          </a:xfrm>
          <a:prstGeom prst="roundRect">
            <a:avLst>
              <a:gd name="adj" fmla="val 8889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9500" y="1645920"/>
            <a:ext cx="1028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Hyperglycemia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Treatment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Lifestyle First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control and diet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(increases glucose uptake AND insulin sensitivity)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Oral hypoglycemic agents (increase insulin production or cell sensitivity)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replacement may be needed as disease progresses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maintain optimal blood glucose levels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best distinguishes Type 2 from Type 1 diabetes?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Type 2 always requires insulin injections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Type 2 involves autoimmune destruction of beta cells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Type 2 begins with insulin resistance, often linked to obesity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Type 2 only occurs in children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often starts with oral meds, not insulin (A). Autoimmune destruction is Type 1 (B). Type 2 is typically adult-onset (D).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</a:t>
            </a:r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1 Diabetes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Age: Usually children / young adults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Onset: Abrupt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Autoimmune beta cell destruction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levels: Low or absent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Insulin (required)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type: Often underweight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Complication: DKA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2 Diabetes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Age: Usually after 40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Onset: Gradual, insidious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Insulin resistance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levels: Normal or high initially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Diet, exercise, oral meds → insulin later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type: Often obese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Complication: HHNK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Acute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emergencies that can kill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Hypoglycemia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Most IMMEDIATE Danger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brain needs constant glucose — its energy demand is TWICE that of other cells. No glucose = seizures, coma, death.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HYPOGLYCEMIA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Hypoglycemia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Too Little Sugar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Causes: excessive insulin dose, inadequate food intake, strenuous exercise, vomiting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Signs: shaky, sweaty, confused, dizzy, hungry, headache, irritable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Stimulates the sympathetic nervous system (fight-or-flight symptoms)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Brain does NOT require insulin but DOES require glucose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Treatment: give glucose (juice, glucose tabs) or glucagon injection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result in seizures, coma, and death if untreated. Always treat hypoglycemia FIRST — it kills faster than hyperglycemia.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Type 1’s Emergency
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Type 2’s Emergency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disease family, different crises. Know which belongs to which — and the key treatment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Diabetic Ketoacidosis (Type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insulin → cells can’t use glucose → body burns FAT for energy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 breakdown (lipolysis) → ketones (acetoacetic acid, acetone)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Ketones accumulate → overwhelm buffers → metabolic ACIDOSIS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Kussmaul respirations (rapid, deep breathing) — body tries to blow off CO₂/acetone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Fruity/acetone breath odor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glucose + high potassium + acidosis + dehydration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 priority: INSULIN first, then fluids. The problem is lack of insulin.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 Cascade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insulin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1823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41863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1863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Cells starve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788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97926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7926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burns fat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33949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53989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3989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Ketones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90011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10051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0051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overwhelmed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607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66114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6114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Metabolic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acidosis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02137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2177" y="1645920"/>
            <a:ext cx="836023" cy="1097280"/>
          </a:xfrm>
          <a:prstGeom prst="roundRect">
            <a:avLst>
              <a:gd name="adj" fmla="val 10937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2177" y="1645920"/>
            <a:ext cx="8360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Kussmaul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breathing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Hyperglycemic Hyperosmolar Nonketotic Syndrome (Type 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 is VERY high (often &gt;600 mg/dL) with severe dehydration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significant ketones (some insulin is present — enough to prevent fat breakdown)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Marked dehydration, poor tissue perfusion, decreased cardiac output, renal impairment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Often triggered by illness, infection, or stress in an elderly Type 2 patient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 priority: FLUIDS first, then potassium, magnesium, insulin. The problem is dehydration.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vs.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DKA (Diabetic Ketoacidosis)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Type: Usually Type 1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Ketones: Present (acidosis)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Glucose: High (300–800)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problem: No insulin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Breathing: Kussmaul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 priority: INSULIN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 (Hyperosmolar Nonketotic)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Type: Usually Type 2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Ketones: Absent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Glucose: Very high (&gt;600)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problem: Severe dehydration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Breathing: Normal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 priority: FLUIDS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with Type 1 diabetes presents with glucose of 450, fruity breath, and rapid deep breathing. What is happening?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Hyperglycemic hyperosmolar nonketotic syndrome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Hypoglycemia from too much insulin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Diabetic ketoacidosis — body burning fat, producing ketones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Normal stress response to illness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Fruity breath = acetone from ketones. Rapid deep breathing = Kussmaul respirations. Classic DKA in Type 1. HHNK has no ketones.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uncontrolled glucose does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DAMAGE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DAMAGE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 Above 120 mg/dL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Damages Everything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Touches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Thickens basement membranes, promotes coagulation, accelerates atherosclerosis, diminishes perfusion, and impairs immune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MICROVASCULAR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Microvascular Complications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Small Vessel Damage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Retinopathy (eyes) — leading cause of blindness in adults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Nephropathy (kidneys) — leading cause of kidney failure requiring dialysis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HbA1C prevents RBCs from releasing O₂ efficiently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Thickened basement membranes impair nutrient/waste exchange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MACROVASCULAR &amp; NEUROPATHIC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Macrovascular &amp; Neuropathic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Coronary artery disease → heart attacks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Cerebrovascular disease → strokes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Peripheral vascular disease → poor circulation to extremities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Neuropathy: numbness, tingling, pain (especially feet)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wound healing + neuropathy + poor circulation = AMPUTATION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Neuropathy means the patient can’t FEEL injuries. A small cut on the foot can become a limb-threatening infection.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diabetic patient has numbness in both feet and a non-healing wound on the left great toe. Which complication category is this?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Microvascular — retinopathy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Macrovascular — coronary artery disease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Neuropathy + peripheral vascular disease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Diabetic ketoacidosis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Numbness = neuropathy (nerve damage). Non-healing wound = poor perfusion from peripheral vascular disease. DKA is acute, not chronic.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</a:t>
            </a:r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it all together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SCENARIO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Marcus, 8 years old, brought to the ED. Drinking water constantly, urinating frequently, lost 5 pounds in two weeks. Blood glucose is 380 mg/dL.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type of diabetes is this? What are the priority concerns?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Type 2 — unlikely in an 8-year-old with acute onset and weight loss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Type 1 — childhood onset, abrupt 3 polys, very high glucose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Prediabetes — glucose of 380 far exceeds prediabetes range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Normal childhood growth — weight LOSS with excessive thirst/urination is pathologic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Type 1: childhood onset, abrupt 3 polys, very high glucose. Priority: check for DKA, start insulin, monitor potassium.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SCENARIO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Patricia, 62 years old, obese, found confused at home. Blood glucose is 820 mg/dL. No ketones in urine. Severely dehydrated with poor skin turgor.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emergency is this? What is the treatment priority?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DKA — no ketones present, which rules out DKA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Hypoglycemia — glucose is 820, the opposite of 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HHNK — extremely high glucose, no ketones, severe dehydration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Stroke — confusion is present, but glucose and dehydration picture points to HHNK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7724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43400"/>
            <a:ext cx="36576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HHNK: extremely high glucose, no ketones, severe dehydration in elderly obese patient. Treatment priority: FLUIDS first.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 —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Insulin is the key that lets glucose into cells. No insulin or resistant cells = hyperglycemia.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 1 = autoimmune, no insulin, childhood, DKA risk. Type 2 = resistance, obesity, gradual, HHNK risk.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DKA treatment = INSULIN first. HHNK treatment = FLUIDS first.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HbA1C ≥ 6.5% = diabetes. Reflects 3-month control.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Chronic hyperglycemia destroys vessels and nerves: eyes, kidneys, heart, feet.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Endocrine — Diabetes Mellitus Review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2026-04-15T19:10:24Z</dcterms:created>
  <dcterms:modified xsi:type="dcterms:W3CDTF">2026-04-15T19:10:24Z</dcterms:modified>
</cp:coreProperties>
</file>