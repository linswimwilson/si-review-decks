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SUPPLEMENTAL INSTRUCTOR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10: Endocrine —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Disorders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 — Cortisol, aldosterone, and the balance between Cushing’s and Addison’s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Anatomy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glands, two layers, very different hormones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GLANDS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Glands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Located on top of each kidney — small but critical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distinct layers with completely different functions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Medulla (inner): produces epinephrine &amp; norepinephrine (catecholamines) — fight-or-flight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(outer): produces steroids — mineralocorticoids, glucocorticoids, gonadocorticoids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cortex is the layer that matters most for Cushing’s and Addison’s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CORTEX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Hormones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 Must Know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Cortisol (glucocorticoid): manages carb/fat/protein metabolism, suppresses inflammation, raises blood glucose, controls sleep/wake cycle (highest AM, lowest PM), boosts energy for stress response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Aldosterone (mineralocorticoid): causes kidneys to retain Na⁺ and water, increases intravascular volume and BP, excretes K⁺ in urine → blood K⁺ falls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them: Cortisol = sugar, inflammation, stress. Aldosterone = salt, water, potassium.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HPA AXIS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HPA Axis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Hypothalamus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CRH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8887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0891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891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Anterior Pituitary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ACTH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1198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202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202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Cortex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Cortisol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3509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5513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513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Feedback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back to hypothalamus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3108960"/>
            <a:ext cx="36576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108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yourself: Where in this chain did the problem start? Hypothalamus? Pituitary? Adrenal gland itself? Exogenous meds?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Aldosterone causes the kidneys to retain sodium and water. What happens to potassium?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Potassium is also retained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Potassium is excreted in urine, so blood potassium falls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Potassium is unaffected by aldosterone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Potassium moves into bone storage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Aldosterone causes kidneys to retain Na⁺ while excreting K⁺ — it’s a swap. The Na/K relationship is key.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 Syndrome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much cortisol — the body in overdrive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Cortisol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Think: too much of everything cortisol does.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much sugar (hyperglycemia). Too much sodium/water (edema, hypertension).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much immune suppression (infections, delayed healing). Bones break down (osteoporosis).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 cause: Iatrogenic — taking exogenous glucocorticoid medications (prednisone, dexamethasone) for chronic inflammatory conditions (asthma, arthritis, IBD)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tumors secreting excess cortisol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Pituitary tumors secreting excess ACTH (Cushing’s disease specifically)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Paraneoplastic syndrome — ectopic ACTH secretion from cancer (e.g., small cell lung cancer)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THINK: SANTA CLAUS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Classic Look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Truncal obesity with thin extremities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Moon face — round, full, red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Buffalo hump — fat pad on upper back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Purple striae (stretch marks) on abdomen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Thin, fragile skin that bruises easily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Muscle weakness and wasting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mnemonic: Does Santa have Cushing’s? Round face, big belly, red cheeks — yes.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YIELD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Metabolic Effects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Hyperglycemia → steroid-induced diabetes (cortisol raises blood sugar)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Hypertension + edema (cortisol has aldosterone-like effects → Na⁺/H₂O retention)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Hypokalemia (K⁺ excreted)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Osteoporosis (cortisol prevents bones from absorbing calcium → fracture risk)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Immunosuppression → infections, wounds that won’t heal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 changes, irritability, psychosis. Females: hirsutism. Males: hair loss.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on long-term prednisone develops a round face, weight gain around the trunk, easy bruising, and blood glucose of 210. What is this?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Addison’s disease from steroid use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Normal side effects of aging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Iatrogenic Cushing’s syndrome from exogenous glucocorticoids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Hypothyroidism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Moon face + truncal obesity + easy bruising + hyperglycemia in a patient on chronic steroids = textbook iatrogenic Cushing’s.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Treatment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iatrogenic: GRADUAL tapering of glucocorticoids — let adrenals wake back up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tumor: surgery, radiation, chemotherapy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complications: hyperglycemia, infections, edema, osteoporosis, bleeding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 prevention (osteoporosis + muscle weakness = high fracture risk)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abruptly stop steroids! The adrenal glands are “asleep” from suppression. Sudden withdrawal → adrenal crisis → potentially fatal.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 Disease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little cortisol — the body running on empty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DEFICIENT Cortisol &amp; Aldosterone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Think: NOT ENOUGH of everything.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enough sugar (hypoglycemia). Not enough Na/water retention (dehydration, hypotension).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enough immune modulation. The body can’t handle stress.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#1: Autoimmune destruction of the adrenal cortex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Infections (TB, fungal), hemorrhage, tumors destroying adrenal tissue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Pituitary dysfunction → insufficient ACTH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Hypothalamic dysfunction → insufficient CRH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Abrupt withdrawal of exogenous steroids (adrenals have atrophied)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JFK had Addison’s disease — his famous tan was actually hyperpigmentation from excess ACTH stimulating melanocytes.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YIELD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Hypotension (especially orthostatic/postural)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Hypoglycemia (no cortisol to raise glucose)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Hyperkalemia (no aldosterone to excrete K⁺) — HEART CONCERN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Hyponatremia (no aldosterone to retain Na⁺) — BRAIN CONCERN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Hyperpigmentation — dark/bronze skin (excess ACTH stimulates melanocytes)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Extreme fatigue, weakness, weight loss, salt craving, nausea, vomiting, chronic diarrhea, mood changes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EMERGENCY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EMERGENCY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Crisis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Medical Emergency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Na⁺ drops, K⁺ spikes, BP crashes, kidneys shut down.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Profound fatigue, dehydration, vascular collapse.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be triggered by: stress, illness, surgery, or abruptly stopping steroids.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Treatment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Lifelong hormone replacement: hydrocortisone (cortisol) + fludrocortisone (aldosterone)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 medical alert bracelet at all times. Carry extra medication.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Dietary: INCREASE sodium intake (they lose Na⁺). LOW potassium diet (they retain K⁺). Fluid replacement.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dosing: increase steroids during illness, surgery, or stress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 patients cannot mount a normal stress response. Any illness, injury, or surgery requires increased steroid doses — otherwise they risk adrenal crisis.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with Addison’s disease would be expected to have which electrolyte pattern?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High sodium, low potassium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Low sodium, high potassium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High calcium, low phosphate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Normal electrolytes with elevated glucose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aldosterone, kidneys cannot retain Na⁺ (drops) and cannot excrete K⁺ (rises). High Na⁺/low K⁺ is the Cushing’s pattern.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vs. </a:t>
            </a:r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Cushing’s (EXCESS Cortisol)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Cortisol: High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Glucose: High (steroid diabetes)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Na⁺: High (retained)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K⁺: Low (excreted)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BP: Hypertension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Obese (truncal)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Skin: Thin, bruises, striae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Look: Moon face, buffalo hump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Tx: Taper steroids, surgery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Addison’s (DEFICIENT Cortisol/Aldo)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Cortisol: Low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Glucose: Low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Na⁺: Low (lost)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K⁺: High (retained)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BP: Hypotension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Weight loss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Skin: Hyperpigmentation (bronze)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Look: Thin, fatigued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Tx: Lifelong replacement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it all together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SCENARIO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Rosa, 45 y/o female, has been taking prednisone 40mg daily for 3 years for lupus. She presents with a round face, central obesity, purple stretch marks on her abdomen, blood glucose 245, and BP 162/98. She asks if she can just stop the prednisone.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Diagnosis: Iatrogenic Cushing’s syndrome from chronic exogenous steroid use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Moon face, truncal obesity, purple striae, hyperglycemia, hypertension = textbook Cushing’s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 absolutely CANNOT stop prednisone abruptly — adrenals are completely suppressed after 3 years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Sudden withdrawal → adrenal crisis → cardiovascular collapse → death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GRADUALLY taper under medical supervision while managing complications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7724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297680"/>
            <a:ext cx="36576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97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abruptly stop steroids after chronic use. Gradual taper only.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SCENARIO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James, 34 y/o male, presents to the ED with profound fatigue, BP 78/50, blood glucose 52, and dark bronze skin discoloration. Labs: Na⁺ 128, K⁺ 6.1. He reports salt cravings and has lost 20 lbs without trying.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Diagnosis: Addison’s disease (adrenal insufficiency)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Hypotension, hypoglycemia, hyponatremia (Na⁺ 128), hyperkalemia (K⁺ 6.1), bronze skin, weight loss, salt cravings, fatigue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immediately dangerous: K⁺ 6.1 (hyperkalemia) — can cause fatal cardiac dysrhythmias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Treatment: IV fluids, IV hydrocortisone, continuous cardiac monitoring, correct electrolytes urgently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7724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297680"/>
            <a:ext cx="36576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97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Hyperkalemia (K⁺ &gt; 5.0) is a medical emergency — always monitor the heart.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Adrenal Disorders —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Cushing’s = too much cortisol. Addison’s = not enough. They are OPPOSITES in every way.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Cushing’s: high glucose, high Na⁺, low K⁺, hypertension, moon face, buffalo hump.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Addison’s: low glucose, low Na⁺, high K⁺, hypotension, bronze skin, weight loss.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NEVER abruptly stop steroids — gradual taper only.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K⁺ = heart concern. Na⁺ = brain concern. Always check electrolytes.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Endocrine — Adrenal Disorders Review</dc:title>
  <dc:subject>PptxGenJS Presentation</dc:subject>
  <dc:creator>Lindsay Wilson &amp; Claude Code</dc:creator>
  <cp:lastModifiedBy>Lindsay Wilson &amp; Claude Code</cp:lastModifiedBy>
  <cp:revision>1</cp:revision>
  <dcterms:created xsi:type="dcterms:W3CDTF">2026-04-15T19:10:24Z</dcterms:created>
  <dcterms:modified xsi:type="dcterms:W3CDTF">2026-04-15T19:10:24Z</dcterms:modified>
</cp:coreProperties>
</file>