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SUPPLEMENTAL INSTRUCTOR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10: Endocrine —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Disorders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 — The metabolic thermostat: T3, T4, feedback loops, and what happens when it breaks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Lindsay Wilson &amp;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&amp; Physiology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gland that sets your metabolic speed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GLAND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Gland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&amp;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Located at base of neck, just below the larynx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Butterfly / H-shape — two lobes connected by a thin isthmus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Highly vascular — palpable on physical exam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Contains follicles that produce three key hormones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parathyroid glands sit behind it (separate function — calcium regulation)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HORMONES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Hormones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 (thyroxine) — regulates cellular metabolism &amp; growth/development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 (triiodothyronine) — same function, but the more active form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T3/T4 account for ~95% of all thyroid hormones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Calcitonin — regulates calcium: inhibits osteoclasts (↓ Ca from bone), stimulates osteoblasts (↑ Ca into bone)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Point: Iodine is REQUIRED to synthesize T3 and T4. No iodine → hypothyroidism.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FEEDBACK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Axis</a:t>
            </a:r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(Negative Feedback)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Hypothalamus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TRH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8887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0891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891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Anterior Pituitary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TSH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1198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3202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202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Gland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produces T3/T4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3509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5513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A3A2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513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T3/T4 feedback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inhibits hypothalamus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3108960"/>
            <a:ext cx="36576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1089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T3/T4 are sufficient, they signal back to STOP further TSH release. When they’re low, TSH rises to stimulate more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hypothalamus senses low T3/T4 levels. What happens next?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Thyroid directly increases hormone production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Anterior pituitary releases TSH, which stimulates the thyroid to produce more T3/T4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Posterior pituitary releases ADH to compensate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Calcitonin is released to raise metabolism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thyroid doesn’t act on its own — it needs TSH from the anterior pituitary (triggered by TRH from the hypothalamus).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thyroid gets bigger — but why matters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Goiter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Visible Thyroid Enlargement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occur in BOTH hypo- and hyperthyroid states (and even normal function)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Iodine deficiency = #1 cause worldwide (rare in US due to iodized salt)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Autoimmune thyroid conditions are most common cause in the US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painless but can compress trachea/esophagus → breathing &amp; swallowing difficulty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necessarily malignant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Warning: Goiter does NOT tell you whether the thyroid is over- or underactive. You need lab values (TSH, T3/T4) to determine function.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slows down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Thyroid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The Body in Slow Motion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enough T3/T4. Metabolism drops. Everything runs cold, slow, and sluggish.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Causes &amp; Risk Factors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common cause: Hashimoto’s thyroiditis (autoimmune — body attacks thyroid tissue)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iatrogenic: thyroid removal, radiation therapy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be congenital — all US newborns are screened at birth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increases with advancing age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common in women than men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result from hypothalamus or pituitary dysfunction (secondary hypothyroidism)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THINK: SLOW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Fatigue, sluggishness, lethargy, depression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 intolerance — always cold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gain despite decreased appetite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Bradycardia, hypotension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Constipation (↓ peristalsis)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Dry skin, brittle hair/nails, hair loss/thinning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Facial edema, hoarseness, large tongue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Hypercholesterolemia • Heavier menstrual periods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infants: failure to grow, impaired mental development. This is why ALL newborns are screened.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Myxedema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Severe Hypothyroidism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Rare, life-threatening advanced hypothyroidism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Marked hypotension, respiratory depression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Hypothermia — body can’t generate heat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Lethargy → coma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Cardiomegaly (enlarged heart)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Myxedema is a medical emergency. Vitals are LOW and SLOW across the board.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Treatment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Lifelong thyroid hormone replacement therapy (Synthroid / levothyroxine)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on EMPTY stomach, 30 min before eating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blood work to monitor and adjust dosage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Manage: weight, constipation, body temperature (avoid cold)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Concept: This is hormone REPLACEMENT — the thyroid isn’t producing enough, so you supplement what’s missing.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with hypothyroidism would most likely present with which set of findings?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Tachycardia, weight loss, heat intolerance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Bradycardia, weight gain, cold intolerance, constipation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Exophthalmos, tremor, anxiety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Hypoglycemia, bronze skin, salt craving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SLOW in hypothyroidism. Options A and C describe HYPERthyroid/Graves’. Option D describes Addison’s disease.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speeds up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MUCH Thyroid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The Body in Overdrive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T3/T4 creates a hypermetabolic state. Everything runs hot, fast, and wired.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 — Causes (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Graves’ Disease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common cause: Graves’ disease (autoimmune — antibodies overstimulate the thyroid)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Also: excessive iodine intake, thyroid tumors, thyroid inflammation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thyroid hormone replacement (iatrogenic)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common in women than men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Graves’ = the thyroid is being told to GO GO GO by autoantibodies that mimic TSH.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THINK: FAST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Sudden weight loss despite increased appetite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Tachycardia, hypertension, palpitations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 intolerance, diaphoresis (sweating)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Nervousness, anxiety, irritability, insomnia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 hand tremors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Diarrhea (↑ peristalsis)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Exophthalmos (bulging eyes) — hallmark of Graves’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Goiter • Menstrual changes (lighter/absent periods)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GRAVES’ DISEASE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Exophthalmos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Graves’ Hallmark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Bulging eyes — sclera visible around the iris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Eyes may not fully close → cornea dries out → scarring → vision loss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with: cool compresses, sunglasses, eye lubricants, elevate HOB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Warning: Exophthalmos may NOT resolve even after hyperthyroidism is treated. Protect the corneas.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EMERGENCY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EMERGENCY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Storm (Thyrotoxicosis)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sudden, life-threatening surge of T3/T4. Can be triggered by infection or stress.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Fever • Severely elevated BP • Tachycardia • Decreased mental alertness • Abdominal pain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Treatment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decrease thyroid hormone production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Radioactive iodine — destroys overactive thyroid tissue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Antithyroid agents (methimazole, PTU)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blockers — control heart rate and tremors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Surgical removal (thyroidectomy) — patient may then need lifelong replacement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caloric and calcium intake (hypermetabolism depletes both)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Point: After radioactive iodine or surgery, the patient often becomes HYPOthyroid and needs replacement therapy.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presents with weight loss, tachycardia, tremors, heat intolerance, and bulging eyes. What is the most likely diagnosis?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Hypothyroidism / Hashimoto’s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Cushing’s disease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Hyperthyroidism / Graves’ disease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Addison’s disease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Exophthalmos + hypermetabolic symptoms = classic Graves’. Hashimoto’s causes the opposite. Cushing’s = weight gain, moon face.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</a:t>
            </a:r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vs. </a:t>
            </a:r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Hypothyroidism (SLOW)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Metabolism: Slow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Gain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Temperature: Cold intolerant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Heart: Bradycardia, hypotension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GI: Constipation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Skin/Hair: Dry, brittle, coarse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Mood: Depressed, sluggish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Cause: Hashimoto’s (autoimmune destroy)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Treatment: Hormone REPLACEMENT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Hyperthyroidism (FAST)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Metabolism: Fast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Loss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Temperature: Heat intolerant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Heart: Tachycardia, hypertension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GI: Diarrhea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Skin/Hair: Fine, thin, diaphoresis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Mood: Anxious, irritable, insomnia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Cause: Graves’ (autoimmune overstimulate)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Treatment: SUPPRESS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it all together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CASE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Margaret, 58 y/o female. Presents with fatigue, 15-lb weight gain over 6 months, always cold, constipation, dry skin, thinning hair. Labs: TSH elevated, T4 low.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diagnosis and expected treatment?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Graves’ disease — start antithyroid medication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Hypothyroidism (Hashimoto’s) — lifelong levothyroxine replacement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Cushing’s syndrome — reduce cortisol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Normal aging — no treatment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772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43400"/>
            <a:ext cx="36576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Elevated TSH = pituitary is trying harder because T4 is low. All symptoms point to slowed metabolism. Lifelong levothyroxine.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CASE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Devon, 32 y/o female. Lost 20 lbs in 2 months despite eating constantly. HR 112, BP 158/92, hands trembling. “Wired and anxious all the time.” Eyes bulging.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diagnosis? What is the most dangerous potential complication?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Panic disorder — prescribe anxiolytics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Hypothyroidism — start levothyroxine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Graves’ disease (hyperthyroidism) — most dangerous complication: thyroid storm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Pheochromocytoma — surgical removal of adrenal tumor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772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43400"/>
            <a:ext cx="36576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loss + tachycardia + tremors + anxiety + exophthalmos = classic Graves’. Most dangerous complication: thyroid storm.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Thyroid Disorders —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Thyroid sets the metabolic speed: T3/T4 via the hypothalamus-pituitary-thyroid axis.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Hypo = everything SLOW (cold, tired, constipated, weight gain). Hyper = everything FAST (hot, wired, diarrhea, weight loss).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Hashimoto’s = autoimmune destruction (hypo). Graves’ = autoimmune overstimulation (hyper).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Goiter can occur in BOTH. Exophthalmos is specific to Graves’.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Thyroid storm = medical emergency. Myxedema = medical emergency. Opposite ends, both deadly.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Endocrine — Thyroid Disorders Review</dc:title>
  <dc:subject>PptxGenJS Presentation</dc:subject>
  <dc:creator>Lindsay Wilson &amp; Claude Code</dc:creator>
  <cp:lastModifiedBy>Lindsay Wilson &amp; Claude Code</cp:lastModifiedBy>
  <cp:revision>1</cp:revision>
  <dcterms:created xsi:type="dcterms:W3CDTF">2026-04-15T19:10:24Z</dcterms:created>
  <dcterms:modified xsi:type="dcterms:W3CDTF">2026-04-15T19:10:24Z</dcterms:modified>
</cp:coreProperties>
</file>