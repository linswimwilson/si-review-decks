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SUPPLEMENTAL INSTRUCTOR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 GI</a:t>
            </a:r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Pathophysiology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9 · Section 3 — Large Intestine, Diarrhea, Constipation &amp; Diverticular Disease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Lindsay Wilson &amp; Claude Code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 GI </a:t>
            </a:r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Anatomy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water gets absorbed and waste takes shape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Large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Bowel Path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Ileocecal valve = gateway from small intestine → large intestine. Waste is very liquid here.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Ascending colon (right side) — liquid stool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Hepatic flexure → Transverse colon — toothpaste consistency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Splenic flexure → Descending colon (left side) — becoming solid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Sigmoid (S-curve) → Rectum → Anus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job: absorb water. Normal transit = 36–48 hrs. Brown color from bile pigment.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Landmarks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Know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attached to cecum — lower RIGHT quadrant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 lower RIGHT = could be appendix or small bowel (ileocecal area)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 lower LEFT = large intestine (sigmoid/descending)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live without any part of large bowel (ostomy) — but liquid stool + need more water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minimum 12 inches of small bowel to survive — otherwise IV nutrition (TPN)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Gas = methane, a normal by-product of digestion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patient has pain in the lower LEFT quadrant. Which part of the GI tract is most likely involved?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A. Appendix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B. Ascending colon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C. Sigmoid / Descending colon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Ileocecal valve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77724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97680"/>
            <a:ext cx="36576" cy="6400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 LEFT quadrant pain maps to the sigmoid and descending colon. Appendix and ileocecal valve are lower RIGHT.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Diarrhea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transit is too fast, water can't be absorbed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 Fast = Water Not Absorbed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moves through the large bowel too quickly for water reabsorption. Result: watery stool, electrolyte loss, and dehydration.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Causes of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Diarrhea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Viruses &amp; bacteria — NOT influenza (flu is respiratory!)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Certain foods: high fat + sugar move fast = "dumping syndrome"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Excess sugar → hyperosmolar → pulls water into GI lumen → diarrhea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Laxative overuse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Inflammatory bowel disease — Crohn's (small bowel) vs UC (large bowel)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Lose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Diarrhea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lose: Water, K+ (potassium), HCO₃⁻ (bicarbonate)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 Metabolic ACIDOSIS with LOW potassium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EXCEPTION — Usually acidosis pairs with HIGH K+, but diarrhea = acidosis + LOW K+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K+ → concerned about the heart (dysrhythmias)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Young children + very old = earliest onset of dehydration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Stool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 Guide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Bright Red (Frank Blood) — Lower GI bleed, rectum/sigmoid. Active bleeding.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Maroon — Upper descending / transverse bleed. Blood has been in GI a while.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Black / Tarry (Melena) — Upper GI (stomach/duodenum). Fully digested blood. Terrible odor.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Clay / Pale — Liver problem, no bile pigment reaching stool.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Occult (Hidden Blood) — Not visible, found by lab testing. Could indicate bowel cancer or slow bleed.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patient with chronic diarrhea has a pH of 7.29. What acid-base imbalance is present, and why?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A. Metabolic alkalosis from K+ loss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B. Metabolic acidosis from HCO₃⁻ loss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C. Respiratory acidosis from hypoventilation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Metabolic alkalosis from HCl loss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77724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97680"/>
            <a:ext cx="36576" cy="6400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 7.29 is acidotic. Diarrhea flushes out bicarbonate (the body's base buffer). Remember: diarrhea = acidosis + low K+ (the exception).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Diarrhea —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the cause — infection? medication? diet?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Fasting from solid food initially; advance to bland diet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High-electrolyte fluids (oral rehydration solutions)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Antidiarrheals (OTC or Rx) as appropriate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 K+ and fluid balance closely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Dietary fiber prevents diarrhea AND constipation (whole grains, oatmeal, fruit/veggie peels, beans, bran)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Constipation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transit is too slow, too much water is absorbed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 Slow = Too Much Water Absorbed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Stool sits in the colon too long. Water keeps getting pulled out. Result: hard, dry stool that's difficult to pass.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Constipation —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Medications that slow peristalsis: opioids, iron, calcium channel blockers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Sedentary lifestyle / ignoring urge to defecate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Laxative overuse → bowel dependency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fiber, low fluid intake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Colon cancer can physically block transit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Eating non-food items (pica) → constipation / obstruction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Complications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&amp;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Fissures from straining (tears in anal tissue)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Hemorrhoids — bulging veins that itch + bleed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Bowel sounds: hypoactive (sluggish gut)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39319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3931920"/>
            <a:ext cx="36576" cy="7315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9319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Treatment ladder: ↑ Fiber, ↑ Water, ↑ Activity → Stool softeners → Laxatives → Enema → Digital removal (last resort)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post-op patient on opioid pain management reports no bowel movement for 4 days. Bowel sounds are hypoactive. Which intervention is MOST appropriate first?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A. Administer an enema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B. Increase fluids, fiber, and encourage ambulation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C. Digital removal of stool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Administer antidiarrheals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77724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97680"/>
            <a:ext cx="36576" cy="6400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Opioids slow peristalsis. Start with least invasive: fluids, fiber, and movement. Enema and digital removal are later steps.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Diverticular Disease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Quiet pouches vs. angry pouches — know the difference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Diverticulosis </a:t>
            </a:r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vs.</a:t>
            </a:r>
            <a:pPr algn="ctr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Diverticulitis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Diverticulosis (Quiet)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Pouches PRESENT but asymptomatic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in adults &gt; 60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Usually an incidental finding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Caused by low fiber + increased intraluminal pressure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Diverticulitis (Inflamed)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Pouches INFLAMED / INFECTED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Feces trapped → rots → inflammation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LLQ pain, fever, ↑WBC, blood in stool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PERFORATE → peritonitis (fatal) or hemorrhage → shock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Diverticular </a:t>
            </a:r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Pouches Form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85800" y="164592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64592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Low-fiber diet +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chronic straining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84248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304288" y="164592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04288" y="164592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↑ Intraluminal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pressure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02736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922776" y="164592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22776" y="164592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Mucosa herniates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through weak spots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21224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541264" y="164592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41264" y="164592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Feces trapped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pouch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39712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159752" y="164592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3A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9752" y="164592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Inflammation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Infection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Diverticulitis —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Recognize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LLQ tenderness (sigmoid colon territory)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Low-grade fever, ↑ WBC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Blood in stool, abdominal distension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 abdomen = gold standard for diagnosis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colonoscopy during acute episode — perforation risk! Scope AFTER resolution.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Diverticulitis —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Acute: bowel rest (NPO), IV fluids, IV antibiotics — 3–6 days, often hospitalized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Prevention: high fiber, hydration, avoid prolonged sitting on toilet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Recurrent: surgical removal of segment → possible ostomy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EMERGENCY: Rigid abdomen + rebound tenderness + fever spike = perforation → surgical emergency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SCENARIO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777240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8580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Dorothy, 68 years old, presents to the ED with LLQ pain that began 2 days ago and has worsened. She has a low-grade fever of 38.8°C, WBC 14,200, and reports blood-tinged stool. CT abdomen reveals inflamed pouches in the sigmoid colon.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the diagnosis? What is the key concern?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Diagnosis: Acute Diverticulitis — classic signs: LLQ pain, fever, elevated WBC, blood-tinged stool, CT-confirmed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concern: Perforation — if pouches rupture, intestinal contents spill into peritoneal cavity → peritonitis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for: rigid abdomen, rebound tenderness, sudden fever spike, hemodynamic instability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management: NPO, IV fluids, IV antibiotics, close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 GI — 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Big Picture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Large intestine's job = absorb water. Transit time is everything.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Too fast (diarrhea) = metabolic acidosis + low K+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Too slow (constipation) = hard stool, straining, fissures, hemorrhoids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Diverticulosis = quiet pouches. Diverticulitis = infected → perforation risk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Vomiting = metabolic alkalosis. Diarrhea = metabolic acidosis. Know the difference.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9 Section 3: Lower GI Pathophysiology Review</dc:title>
  <dc:subject>PptxGenJS Presentation</dc:subject>
  <dc:creator>Lindsay Wilson &amp; Claude Code</dc:creator>
  <cp:lastModifiedBy>Lindsay Wilson &amp; Claude Code</cp:lastModifiedBy>
  <cp:revision>1</cp:revision>
  <dcterms:created xsi:type="dcterms:W3CDTF">2026-04-15T18:25:04Z</dcterms:created>
  <dcterms:modified xsi:type="dcterms:W3CDTF">2026-04-15T18:25:04Z</dcterms:modified>
</cp:coreProperties>
</file>